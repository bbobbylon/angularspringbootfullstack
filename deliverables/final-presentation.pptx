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SecureCapita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Full-Stack CIAM Platform — Angular 21 + Spring Boot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[Your Name]</a:t>
            </a:r>
            <a:r>
              <a:rPr/>
              <a:t> · [Co-author] [Course Code / Title] · [Institution] [Date]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Applications need </a:t>
            </a:r>
            <a:r>
              <a:rPr b="1"/>
              <a:t>secure, self-service identity management</a:t>
            </a:r>
            <a:r>
              <a:rPr/>
              <a:t> — but rolling your own auth is where most security bugs live.</a:t>
            </a:r>
          </a:p>
          <a:p>
            <a:pPr lvl="0"/>
            <a:r>
              <a:rPr/>
              <a:t>Users expect </a:t>
            </a:r>
            <a:r>
              <a:rPr b="1"/>
              <a:t>modern MFA</a:t>
            </a:r>
            <a:r>
              <a:rPr/>
              <a:t>, </a:t>
            </a:r>
            <a:r>
              <a:rPr b="1"/>
              <a:t>single sign-on</a:t>
            </a:r>
            <a:r>
              <a:rPr/>
              <a:t>, and </a:t>
            </a:r>
            <a:r>
              <a:rPr b="1"/>
              <a:t>session control over their devices</a:t>
            </a:r>
            <a:r>
              <a:rPr/>
              <a:t>.</a:t>
            </a:r>
          </a:p>
          <a:p>
            <a:pPr lvl="0"/>
            <a:r>
              <a:rPr/>
              <a:t>Organizations need </a:t>
            </a:r>
            <a:r>
              <a:rPr b="1"/>
              <a:t>role-based administration</a:t>
            </a:r>
            <a:r>
              <a:rPr/>
              <a:t> with least privilege and a full </a:t>
            </a:r>
            <a:r>
              <a:rPr b="1"/>
              <a:t>audit trail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/>
              <a:t>SecureCapita is a reference implementation of an in-house, zero-trust CIAM core around a real business application.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 production-style </a:t>
            </a:r>
            <a:r>
              <a:rPr b="1"/>
              <a:t>authentication core</a:t>
            </a:r>
            <a:r>
              <a:rPr/>
              <a:t>: JWT, refresh-session rotation, MFA, federation.</a:t>
            </a:r>
          </a:p>
          <a:p>
            <a:pPr lvl="0" indent="-342900" marL="342900">
              <a:buAutoNum type="arabicPeriod"/>
            </a:pPr>
            <a:r>
              <a:rPr b="1"/>
              <a:t>Role-based access control</a:t>
            </a:r>
            <a:r>
              <a:rPr/>
              <a:t> with organization scoping.</a:t>
            </a:r>
          </a:p>
          <a:p>
            <a:pPr lvl="0" indent="-342900" marL="342900">
              <a:buAutoNum type="arabicPeriod"/>
            </a:pPr>
            <a:r>
              <a:rPr/>
              <a:t>A complete </a:t>
            </a:r>
            <a:r>
              <a:rPr b="1"/>
              <a:t>administrative console</a:t>
            </a:r>
            <a:r>
              <a:rPr/>
              <a:t> and </a:t>
            </a:r>
            <a:r>
              <a:rPr b="1"/>
              <a:t>user self-service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A real </a:t>
            </a:r>
            <a:r>
              <a:rPr b="1"/>
              <a:t>business domain</a:t>
            </a:r>
            <a:r>
              <a:rPr/>
              <a:t> (customers &amp; invoices) to secure.</a:t>
            </a:r>
          </a:p>
          <a:p>
            <a:pPr lvl="0" indent="-342900" marL="342900">
              <a:buAutoNum type="arabicPeriod"/>
            </a:pPr>
            <a:r>
              <a:rPr b="1"/>
              <a:t>Auditability</a:t>
            </a:r>
            <a:r>
              <a:rPr/>
              <a:t> of every security-relevant action.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CIAM</a:t>
            </a:r>
            <a:r>
              <a:rPr/>
              <a:t> (Customer Identity &amp; Access Management) vs. traditional IAM: external users, self-service, scale.</a:t>
            </a:r>
          </a:p>
          <a:p>
            <a:pPr lvl="0"/>
            <a:r>
              <a:rPr b="1"/>
              <a:t>Zero-trust principle:</a:t>
            </a:r>
            <a:r>
              <a:rPr/>
              <a:t> never trust, always verify — every request re-validated.</a:t>
            </a:r>
          </a:p>
          <a:p>
            <a:pPr lvl="0"/>
            <a:r>
              <a:rPr b="1"/>
              <a:t>Stateless JWT</a:t>
            </a:r>
            <a:r>
              <a:rPr/>
              <a:t> for scale vs. </a:t>
            </a:r>
            <a:r>
              <a:rPr b="1"/>
              <a:t>stateful sessions</a:t>
            </a:r>
            <a:r>
              <a:rPr/>
              <a:t> for revocability — SecureCapita uses a </a:t>
            </a:r>
            <a:r>
              <a:rPr b="1"/>
              <a:t>hybrid</a:t>
            </a:r>
            <a:r>
              <a:rPr/>
              <a:t>.</a:t>
            </a:r>
          </a:p>
          <a:p>
            <a:pPr lvl="0"/>
            <a:r>
              <a:rPr i="1"/>
              <a:t>(Tie to your literature review here.)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Requirements (SRS highlights)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Secure registration/login, email verification, password reset.</a:t>
            </a:r>
          </a:p>
          <a:p>
            <a:pPr lvl="0"/>
            <a:r>
              <a:rPr/>
              <a:t>MFA: authenticator app (TOTP) + SMS.</a:t>
            </a:r>
          </a:p>
          <a:p>
            <a:pPr lvl="0"/>
            <a:r>
              <a:rPr/>
              <a:t>Federated login (OAuth2/OIDC).</a:t>
            </a:r>
          </a:p>
          <a:p>
            <a:pPr lvl="0"/>
            <a:r>
              <a:rPr/>
              <a:t>Seven-role RBAC; organization-scoped admin.</a:t>
            </a:r>
          </a:p>
          <a:p>
            <a:pPr lvl="0"/>
            <a:r>
              <a:rPr/>
              <a:t>Audit logging; session/device management.</a:t>
            </a:r>
          </a:p>
          <a:p>
            <a:pPr lvl="0"/>
            <a:r>
              <a:rPr i="1"/>
              <a:t>(Reference the full SRS document.)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— 4+1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Angular 21 SPA  ──HTTPS/JSON──▶  Spring Boot 4 API  ──JDBC──▶  MySQL 8
 (:4200 dev)        JWT access +     (:8080)                    (db2)
                    refresh tokens      │
                    ├─ Spring Security 7 (JWT filter, RBAC)
                    ├─ JdbcTemplate (identity)  + JPA (business)
                    └─ OAuth2 client · TOTP · audit events</a:t>
            </a:r>
          </a:p>
          <a:p>
            <a:pPr lvl="0"/>
            <a:r>
              <a:rPr b="1"/>
              <a:t>Logical · Process · Development · Physical</a:t>
            </a:r>
            <a:r>
              <a:rPr/>
              <a:t> views + scenarios — see the Architecture document.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model — the differentiator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Stateless access tokens</a:t>
            </a:r>
            <a:r>
              <a:rPr/>
              <a:t> (30 min) — verified by signature, no DB hit.</a:t>
            </a:r>
          </a:p>
          <a:p>
            <a:pPr lvl="0"/>
            <a:r>
              <a:rPr b="1"/>
              <a:t>Stateful refresh sessions</a:t>
            </a:r>
            <a:r>
              <a:rPr/>
              <a:t> (5-day sliding) — </a:t>
            </a:r>
            <a:r>
              <a:rPr b="1"/>
              <a:t>rotated</a:t>
            </a:r>
            <a:r>
              <a:rPr/>
              <a:t> on every use.</a:t>
            </a:r>
          </a:p>
          <a:p>
            <a:pPr lvl="0"/>
            <a:r>
              <a:rPr b="1"/>
              <a:t>Reuse detection:</a:t>
            </a:r>
            <a:r>
              <a:rPr/>
              <a:t> replaying an old refresh token </a:t>
            </a:r>
            <a:r>
              <a:rPr b="1"/>
              <a:t>revokes the whole session family</a:t>
            </a:r>
            <a:r>
              <a:rPr/>
              <a:t>.</a:t>
            </a:r>
          </a:p>
          <a:p>
            <a:pPr lvl="0"/>
            <a:r>
              <a:rPr b="1"/>
              <a:t>MFA:</a:t>
            </a:r>
            <a:r>
              <a:rPr/>
              <a:t> challenge-bound TOTP; single-use recovery codes.</a:t>
            </a:r>
          </a:p>
          <a:p>
            <a:pPr lvl="0"/>
            <a:r>
              <a:rPr b="1"/>
              <a:t>RBAC:</a:t>
            </a:r>
            <a:r>
              <a:rPr/>
              <a:t> permission strings enforced at </a:t>
            </a:r>
            <a:r>
              <a:rPr b="1"/>
              <a:t>URL and method</a:t>
            </a:r>
            <a:r>
              <a:rPr/>
              <a:t> level.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Technology stack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Angular 21, Bootstrap 5, RxJS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Spring Boot 4, Java 21, Spring Security 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MySQL 8 (JdbcTemplate + JPA)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JWT (HMAC-512), OAuth2, ZXing (TOTP QR)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 (multi-stage), Azure CI/CD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Single token-issuance seam (</a:t>
            </a:r>
            <a:r>
              <a:rPr>
                <a:latin typeface="Courier"/>
              </a:rPr>
              <a:t>SessionService</a:t>
            </a:r>
            <a:r>
              <a:rPr/>
              <a:t>) → every login is a revocable session.</a:t>
            </a:r>
          </a:p>
          <a:p>
            <a:pPr lvl="0"/>
            <a:r>
              <a:rPr/>
              <a:t>Event-driven audit pipeline (decoupled from the request path).</a:t>
            </a:r>
          </a:p>
          <a:p>
            <a:pPr lvl="0"/>
            <a:r>
              <a:rPr/>
              <a:t>Idempotent </a:t>
            </a:r>
            <a:r>
              <a:rPr>
                <a:latin typeface="Courier"/>
              </a:rPr>
              <a:t>schema.sql</a:t>
            </a:r>
            <a:r>
              <a:rPr/>
              <a:t> (replaced a fragile migration tool).</a:t>
            </a:r>
          </a:p>
          <a:p>
            <a:pPr lvl="0"/>
            <a:r>
              <a:rPr/>
              <a:t>Standalone Angular components + HTTP interceptor with </a:t>
            </a:r>
            <a:r>
              <a:rPr b="1"/>
              <a:t>single-flight token refresh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— Scenario 1: Login with MFA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Log in → authenticator challenge → dashboard.</a:t>
            </a:r>
          </a:p>
          <a:p>
            <a:pPr lvl="0"/>
            <a:r>
              <a:rPr/>
              <a:t>Show the </a:t>
            </a:r>
            <a:r>
              <a:rPr b="1"/>
              <a:t>Security Center</a:t>
            </a:r>
            <a:r>
              <a:rPr/>
              <a:t>: enroll authenticator, view devices, revoke a session.</a:t>
            </a:r>
          </a:p>
          <a:p>
            <a:pPr lvl="0" indent="0" marL="0">
              <a:buNone/>
            </a:pPr>
            <a:r>
              <a:rPr b="1"/>
              <a:t>[LIVE DEMO]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 — Scenario 2: Admin RBAC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Admin opens the </a:t>
            </a:r>
            <a:r>
              <a:rPr b="1"/>
              <a:t>user directory</a:t>
            </a:r>
            <a:r>
              <a:rPr/>
              <a:t>, reassigns a role.</a:t>
            </a:r>
          </a:p>
          <a:p>
            <a:pPr lvl="0"/>
            <a:r>
              <a:rPr/>
              <a:t>Change appears in the target user's </a:t>
            </a:r>
            <a:r>
              <a:rPr b="1"/>
              <a:t>audit log</a:t>
            </a:r>
            <a:r>
              <a:rPr/>
              <a:t>.</a:t>
            </a:r>
          </a:p>
          <a:p>
            <a:pPr lvl="0"/>
            <a:r>
              <a:rPr/>
              <a:t>Note </a:t>
            </a:r>
            <a:r>
              <a:rPr b="1"/>
              <a:t>organization scoping</a:t>
            </a:r>
            <a:r>
              <a:rPr/>
              <a:t> (org admins see only their org).</a:t>
            </a:r>
          </a:p>
          <a:p>
            <a:pPr lvl="0" indent="0" marL="0">
              <a:buNone/>
            </a:pPr>
            <a:r>
              <a:rPr b="1"/>
              <a:t>[LIVE DEMO]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End-to-end working prototype: auth + MFA + RBAC + admin + business domain + audit.</a:t>
            </a:r>
          </a:p>
          <a:p>
            <a:pPr lvl="0"/>
            <a:r>
              <a:rPr/>
              <a:t>All primary UI screens implemented and responsive.</a:t>
            </a:r>
          </a:p>
          <a:p>
            <a:pPr lvl="0"/>
            <a:r>
              <a:rPr/>
              <a:t>Security model validated against the SRS requirements.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Challenges &amp; lessons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Migration-tool baseline drift → switched to an idempotent schema script.</a:t>
            </a:r>
          </a:p>
          <a:p>
            <a:pPr lvl="0"/>
            <a:r>
              <a:rPr/>
              <a:t>ORM identifier-quoting pitfalls → explicit column mappings.</a:t>
            </a:r>
          </a:p>
          <a:p>
            <a:pPr lvl="0"/>
            <a:r>
              <a:rPr/>
              <a:t>Designing reuse detection to </a:t>
            </a:r>
            <a:r>
              <a:rPr b="1"/>
              <a:t>commit-then-throw</a:t>
            </a:r>
            <a:r>
              <a:rPr/>
              <a:t> (not roll back the revocation).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SMS 2FA stubbed; federation needs provider credentials.</a:t>
            </a:r>
          </a:p>
          <a:p>
            <a:pPr lvl="0"/>
            <a:r>
              <a:rPr/>
              <a:t>Sparse automated tests → build a real suite.</a:t>
            </a:r>
          </a:p>
          <a:p>
            <a:pPr lvl="0"/>
            <a:r>
              <a:rPr/>
              <a:t>Externalize the frontend API origin; cloud-ready image storage.</a:t>
            </a:r>
          </a:p>
          <a:p>
            <a:pPr lvl="0"/>
            <a:r>
              <a:rPr/>
              <a:t>Distributed rate limiting for horizontal scale.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SecureCapita demonstrates a </a:t>
            </a:r>
            <a:r>
              <a:rPr b="1"/>
              <a:t>complete, modern CIAM core</a:t>
            </a:r>
            <a:r>
              <a:rPr/>
              <a:t> on a real application.</a:t>
            </a:r>
          </a:p>
          <a:p>
            <a:pPr lvl="0"/>
            <a:r>
              <a:rPr/>
              <a:t>Hybrid stateless/stateful auth balances </a:t>
            </a:r>
            <a:r>
              <a:rPr b="1"/>
              <a:t>scale and control</a:t>
            </a:r>
            <a:r>
              <a:rPr/>
              <a:t>.</a:t>
            </a:r>
          </a:p>
          <a:p>
            <a:pPr lvl="0"/>
            <a:r>
              <a:rPr/>
              <a:t>Clean, layered, documented codebase ready to extend.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[Your Name]</a:t>
            </a:r>
            <a:r>
              <a:rPr/>
              <a:t> · [email] Repository: [repo URL]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2026-06-14T08:46:45Z</dcterms:created>
  <dcterms:modified xsi:type="dcterms:W3CDTF">2026-06-14T08:46:45Z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